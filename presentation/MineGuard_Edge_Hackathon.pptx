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8FAFC"/>
                </a:solidFill>
              </a:defRPr>
            </a:pPr>
            <a:r>
              <a:t>MineGuard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59E0B"/>
                </a:solidFill>
              </a:defRPr>
            </a:pPr>
            <a:r>
              <a:t>Offline Gas Safety Intelligence for Underground Mines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2C55E"/>
                </a:solidFill>
              </a:defRPr>
            </a:pPr>
            <a:r>
              <a:t>Hackathon Track:  MINING  ·  also touches Health (worker safety) &amp; Sustainability (ventilation efficiency)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Team of 3  ·  100% Local / No Cloud  ·  github.com/RavalDH/Cursor_Hack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JUDGING CRITERION 1 — Problem relevance &amp; track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Specific, real, and directly aligned to the Mining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F8FAFC"/>
                </a:solidFill>
              </a:defRPr>
            </a:pPr>
            <a:r>
              <a:t>Underground mines have NO internet and NO cellular — rock blocks every signal</a:t>
            </a:r>
          </a:p>
          <a:p>
            <a:pPr>
              <a:spcAft>
                <a:spcPts val="800"/>
              </a:spcAft>
              <a:defRPr sz="1900">
                <a:solidFill>
                  <a:srgbClr val="F8FAFC"/>
                </a:solidFill>
              </a:defRPr>
            </a:pPr>
            <a:r>
              <a:t>Sensors report a gas number — they do not tell crews what to do next</a:t>
            </a:r>
          </a:p>
          <a:p>
            <a:pPr>
              <a:spcAft>
                <a:spcPts val="800"/>
              </a:spcAft>
              <a:defRPr sz="1900">
                <a:solidFill>
                  <a:srgbClr val="F8FAFC"/>
                </a:solidFill>
              </a:defRPr>
            </a:pPr>
            <a:r>
              <a:t>Cloud systems go dark during roof falls, exactly when they are needed most</a:t>
            </a:r>
          </a:p>
          <a:p>
            <a:pPr>
              <a:spcAft>
                <a:spcPts val="800"/>
              </a:spcAft>
              <a:defRPr sz="1900">
                <a:solidFill>
                  <a:srgbClr val="F8FAFC"/>
                </a:solidFill>
              </a:defRPr>
            </a:pPr>
            <a:r>
              <a:t>Alarms fire AFTER danger — not while methane is still climbing toward the limit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Track 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MINING — gas monitoring, ventilation, Reg 854 compliance underground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HEALTH — protects miners with early warning and cited evacuation procedures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SUSTAINABILITY — smart fan control saves power; only ramps when gas builds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JUDGING CRITERION 2 — Solution design &amp; practicality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Designed for real mine operators, supervisors, and underground crews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0">
                <a:solidFill>
                  <a:srgbClr val="F8FAFC"/>
                </a:solidFill>
              </a:defRPr>
            </a:pPr>
            <a:r>
              <a:t>MineGuard Edge runs offline at every zone, detects dangerous gas trends early, ramps ventilation automatically, and speaks the exact Reg 854 procedure — with citations.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Who uses it: shift supervisors, safety officers, underground crews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Where it runs: edge box per zone — no surface server required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When it acts: trend detected → fan ramps → alert + voice procedure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Why it fits: same MQTT + mesh architecture Becker / Maestro / Glencore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9E0B"/>
                </a:solidFill>
              </a:defRPr>
            </a:pPr>
            <a:r>
              <a:t>Practical design choices:</a:t>
            </a:r>
            <a:br/>
            <a:br/>
            <a:r>
              <a:t>• Trend before threshold → orderly withdrawal</a:t>
            </a:r>
            <a:br/>
            <a:r>
              <a:t>• Ventilation only (never enrich O₂ — explosion risk)</a:t>
            </a:r>
            <a:br/>
            <a:r>
              <a:t>• Template answers over cloud LLM → instant, reliable</a:t>
            </a:r>
            <a:br/>
            <a:r>
              <a:t>• Internal-timer fallback if MQTT is unavailable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All local — no external calls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65836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Courier New"/>
              </a:defRPr>
            </a:pPr>
            <a:r>
              <a:t>ZONE SENSORS (×4)          EDGE BACKEND</a:t>
            </a:r>
            <a:br/>
            <a:r>
              <a:t>  methane, CO, temp   →    Mosquitto MQTT (mesh stand-in)</a:t>
            </a:r>
            <a:br/>
            <a:r>
              <a:t>  airflow, fan speed         ↓</a:t>
            </a:r>
            <a:br/>
            <a:r>
              <a:t>                             Trend detector + fan control loop</a:t>
            </a:r>
            <a:br/>
            <a:r>
              <a:t>                             ↓</a:t>
            </a:r>
            <a:br/>
            <a:r>
              <a:t>                             FastAPI  /zones  /alert  /ask</a:t>
            </a:r>
            <a:br/>
            <a:r>
              <a:t>                             ↓</a:t>
            </a:r>
            <a:br/>
            <a:r>
              <a:t>                             Reg 854 docs + cited answers</a:t>
            </a:r>
            <a:br/>
            <a:r>
              <a:t>                             ↓</a:t>
            </a:r>
            <a:br/>
            <a:r>
              <a:t>                             Web UI + offline voice alert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73736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Production: wireless self-healing mesh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Demo: simulated zones on one laptop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Green → Yellow → Red → ventilating → Green cycle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Key Innovation: TREND, Not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Early warning — crew leaves before it's an emergency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</a:defRPr>
            </a:pPr>
            <a:r>
              <a:t>Traditional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Alarm only at 1.5% methane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Reactive — too late for orderly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2C55E"/>
                </a:solidFill>
              </a:defRPr>
            </a:pPr>
            <a:r>
              <a:t>MineGuard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Track last N readings per zone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Rising at 0.9%+ → YELLOW warning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At 1.5%+ → RED + Reg 854 evacuation cited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59E0B"/>
                </a:solidFill>
              </a:defRPr>
            </a:pPr>
            <a:r>
              <a:t>Ventilation loop: fan ramps to dilute gas → zone clears → fan eases back to idle → all-clear voice message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JUDGING CRITERION 3 — Working prototype &amp; technical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Working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Live, runnable, and demonstrable right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FastAPI backend — running at localhost:8000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4 simulated zones with live gas + fan telemetry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Trend detector + ventilation control loop implemented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Reg 854 keyword retrieval + /ask endpoint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Recovery detection — all-clear when zone returns to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API endpoints (live)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8FAFC"/>
                </a:solidFill>
                <a:latin typeface="Courier New"/>
              </a:defRPr>
            </a:pPr>
            <a:r>
              <a:t>GET  /zones   → zone map data</a:t>
            </a:r>
            <a:br/>
            <a:r>
              <a:t>GET  /alert   → cited safety alert</a:t>
            </a:r>
            <a:br/>
            <a:r>
              <a:t>POST /ask     → Reg 854 Q&amp;A</a:t>
            </a:r>
            <a:br/>
            <a:r>
              <a:t>GET  /health  → system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Tech: Python · FastAPI · Mosquitto MQTT · paho-mqtt · Web Speech API · Lovable UI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JUDGING CRITERION 5 — Presentation &amp;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Live Demo — 60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Problem → solution → impact in one linear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0:00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916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</a:defRPr>
            </a:pPr>
            <a:r>
              <a:t>Zone map all GREEN — normal underground shift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0:15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6712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</a:defRPr>
            </a:pPr>
            <a:r>
              <a:t>Zone 3 methane CLIMBING → YELLOW + rising arrow (the trend)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26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0:30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42616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</a:defRPr>
            </a:pPr>
            <a:r>
              <a:t>Fan ramps — ventilation actively mitigating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1810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0:40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11810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</a:defRPr>
            </a:pPr>
            <a:r>
              <a:t>Crosses 1.5% → RED · banner · voice reads Reg 854 procedure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935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0:50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9359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</a:defRPr>
            </a:pPr>
            <a:r>
              <a:t>Turn WIFI OFF · run demo again · still works (offline proof)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1:00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069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</a:defRPr>
            </a:pPr>
            <a:r>
              <a:t>Zone clears → "Zone 3 stabilized. Everything under control."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Backup: pre-recorded demo video if live fails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JUDGING CRITERION 4 — Impact &amp;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Impact &amp;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Meaningful value with a clear path to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Early warning → orderly withdrawal, not emergency scramble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Lives protected — cited Reg 854 procedures reduce human error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Works when comms fail — offline edge, no central server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Power savings — fans idle until gas builds, then ramp</a:t>
            </a:r>
          </a:p>
          <a:p>
            <a:pPr>
              <a:spcAft>
                <a:spcPts val="800"/>
              </a:spcAft>
              <a:defRPr sz="1600">
                <a:solidFill>
                  <a:srgbClr val="F8FAFC"/>
                </a:solidFill>
              </a:defRPr>
            </a:pPr>
            <a:r>
              <a:t>Auditable — every alert cites O. Reg 854 section +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Next steps to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Phase 1: Deploy edge box per zone on existing mesh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Phase 2: Connect real methane / CO sensor hardware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Phase 3: Integrate cap-lamp TTS for hands-free alerts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Phase 4: Surface sync for incident logs &amp; compliance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JUDGING CRITERION 6 — Responsible design &amp; awareness of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Responsible Design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We know what we built — and what we did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Safety &amp; operational 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Never enrich oxygen underground — only increase airflow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Demo thresholds (1.0% / 1.5%) are illustrative; real legal limits differ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Template answers, not a cloud LLM — auditable but not open-ended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No personal data collected — sensor readings only, local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Honest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Today: simulated zones on one laptop — not real hardware mesh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No real Bluetooth/radio mesh shipped in 3 hours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Web Speech API varies by browser — on-screen text is fallback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Reg 854 retrieval is keyword-based, not full legal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</a:defRPr>
            </a:pPr>
            <a:r>
              <a:t>JUDGING CRITERION 7 — Originality &amp; effort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Originality &amp; Effort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Thoughtful problem-solving with clear implementation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241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8FAFC"/>
                </a:solidFill>
              </a:defRPr>
            </a:pPr>
            <a:r>
              <a:t>Original: trend-based early warning + automated ventilation loop + cited voice alerts — combined offline</a:t>
            </a:r>
          </a:p>
          <a:p>
            <a:pPr>
              <a:spcAft>
                <a:spcPts val="800"/>
              </a:spcAft>
              <a:defRPr sz="1700">
                <a:solidFill>
                  <a:srgbClr val="F8FAFC"/>
                </a:solidFill>
              </a:defRPr>
            </a:pPr>
            <a:r>
              <a:t>Not just a dashboard — the system ACTS (fan ramp) and SPEAKS (Reg 854 procedure)</a:t>
            </a:r>
          </a:p>
          <a:p>
            <a:pPr>
              <a:spcAft>
                <a:spcPts val="800"/>
              </a:spcAft>
              <a:defRPr sz="1700">
                <a:solidFill>
                  <a:srgbClr val="F8FAFC"/>
                </a:solidFill>
              </a:defRPr>
            </a:pPr>
            <a:r>
              <a:t>Closed-loop simulator: gas inrush → danger → venting → recovery → repeat (demo-ready anytime)</a:t>
            </a:r>
          </a:p>
          <a:p>
            <a:pPr>
              <a:spcAft>
                <a:spcPts val="800"/>
              </a:spcAft>
              <a:defRPr sz="1700">
                <a:solidFill>
                  <a:srgbClr val="F8FAFC"/>
                </a:solidFill>
              </a:defRPr>
            </a:pPr>
            <a:r>
              <a:t>Full vertical slice in 3 hours: MQTT · FastAPI · trend engine · Reg 854 · UI · voice · pitch deck</a:t>
            </a:r>
          </a:p>
          <a:p>
            <a:pPr>
              <a:spcAft>
                <a:spcPts val="800"/>
              </a:spcAft>
              <a:defRPr sz="1700">
                <a:solidFill>
                  <a:srgbClr val="F8FAFC"/>
                </a:solidFill>
              </a:defRPr>
            </a:pPr>
            <a:r>
              <a:t>Built for the real constraint (no internet underground) — not retrofitted from a cloud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Team split: Backend/Edge (B) · Frontend (F) · Voice + Pitch (V) — minimal overlap, maximum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How We Meet Every Criterion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Quick reference for judges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1. Problem &amp; track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0020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</a:defRPr>
            </a:pPr>
            <a:r>
              <a:t>Mining-track gas safety; also Health + Sustainability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756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2. Solution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7568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</a:defRPr>
            </a:pPr>
            <a:r>
              <a:t>Edge offline system for real supervisors and crews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3. Working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55117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</a:defRPr>
            </a:pPr>
            <a:r>
              <a:t>Live API, 4 zones, trend + ventilation + Reg 854 — demo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666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4. Impact &amp; 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026664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</a:defRPr>
            </a:pPr>
            <a:r>
              <a:t>Saves lives, saves power; 4-phase deployment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021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5. Presentation &amp; pitch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502152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</a:defRPr>
            </a:pPr>
            <a:r>
              <a:t>60s demo: green → trend → red → wifi off → all clear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6. Responsible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77639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</a:defRPr>
            </a:pPr>
            <a:r>
              <a:t>Safety-aware; honest about demo vs production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5312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7. Originality &amp; effort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453127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</a:defRPr>
            </a:pPr>
            <a:r>
              <a:t>Trend + act + speak offline; full stack in 3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</a:defRPr>
            </a:pPr>
            <a:r>
              <a:t>What We Built vs. Production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Transparent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</a:defRPr>
            </a:pPr>
            <a:r>
              <a:t>TODAY (hackathon build)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Simulated zones on one laptop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Local MQTT or internal timer fallback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Full API + trend + ventilation + Reg 854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Offline demo with wifi disabled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PRODUCTION (deployment)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Real sensor node per zone on mesh network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Wireless self-healing transport (no leaky feeder)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Edge box underground, sync at surface</a:t>
            </a:r>
          </a:p>
          <a:p>
            <a:pPr>
              <a:spcAft>
                <a:spcPts val="800"/>
              </a:spcAft>
              <a:defRPr sz="1500">
                <a:solidFill>
                  <a:srgbClr val="F8FAFC"/>
                </a:solidFill>
              </a:defRPr>
            </a:pPr>
            <a:r>
              <a:t>On-device TTS in cap lamp / rugged tablet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</a:defRPr>
            </a:pPr>
            <a:r>
              <a:t>MineGuard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9E0B"/>
                </a:solidFill>
              </a:defRPr>
            </a:pPr>
            <a:r>
              <a:t>Get crews out before it's an emergency — offline, cited, and spoken.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2C55E"/>
                </a:solidFill>
              </a:defRPr>
            </a:pPr>
            <a:r>
              <a:t>Mining track  ·  Worker safety  ·  Smart ventilation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github.com/RavalDH/Cursor_Hack  ·  localhost:8000/docs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