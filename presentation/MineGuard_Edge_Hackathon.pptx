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8288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8FAFC"/>
                </a:solidFill>
              </a:defRPr>
            </a:pPr>
            <a:r>
              <a:t>MineGuard Edge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926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59E0B"/>
                </a:solidFill>
              </a:defRPr>
            </a:pPr>
            <a:r>
              <a:t>Offline AI Safety Intelligence for Underground Mines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8404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</a:defRPr>
            </a:pPr>
            <a:r>
              <a:t>Cursor Hackathon  ·  Team of 3  ·  100% Local / No Cloud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73152" cy="502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114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8FAFC"/>
                </a:solidFill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601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Why underground safety fails when it matters most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10241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F8FAFC"/>
                </a:solidFill>
              </a:defRPr>
            </a:pPr>
            <a:r>
              <a:t>Underground mines have NO internet and NO cellular — rock blocks every signal</a:t>
            </a:r>
          </a:p>
          <a:p>
            <a:pPr>
              <a:spcAft>
                <a:spcPts val="800"/>
              </a:spcAft>
              <a:defRPr sz="2000">
                <a:solidFill>
                  <a:srgbClr val="F8FAFC"/>
                </a:solidFill>
              </a:defRPr>
            </a:pPr>
            <a:r>
              <a:t>Legacy leaky-feeder cables die the moment a roof fall cuts the line</a:t>
            </a:r>
          </a:p>
          <a:p>
            <a:pPr>
              <a:spcAft>
                <a:spcPts val="800"/>
              </a:spcAft>
              <a:defRPr sz="2000">
                <a:solidFill>
                  <a:srgbClr val="F8FAFC"/>
                </a:solidFill>
              </a:defRPr>
            </a:pPr>
            <a:r>
              <a:t>Sensors report a gas number — they don't tell crews what to do next</a:t>
            </a:r>
          </a:p>
          <a:p>
            <a:pPr>
              <a:spcAft>
                <a:spcPts val="800"/>
              </a:spcAft>
              <a:defRPr sz="2000">
                <a:solidFill>
                  <a:srgbClr val="F8FAFC"/>
                </a:solidFill>
              </a:defRPr>
            </a:pPr>
            <a:r>
              <a:t>Cloud-dependent systems go dark exactly during an incident</a:t>
            </a:r>
          </a:p>
          <a:p>
            <a:pPr>
              <a:spcAft>
                <a:spcPts val="800"/>
              </a:spcAft>
              <a:defRPr sz="2000">
                <a:solidFill>
                  <a:srgbClr val="F8FAFC"/>
                </a:solidFill>
              </a:defRPr>
            </a:pPr>
            <a:r>
              <a:t>Alarms fire AFTER danger — not while methane is still climbing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669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Who suffers: miners, shift supervisors, emergency response teams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73152" cy="502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114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8FAFC"/>
                </a:solidFill>
              </a:defRPr>
            </a:pPr>
            <a:r>
              <a:t>Why Now?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601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The industry is moving — but the safety gap remains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F8FAFC"/>
                </a:solidFill>
              </a:defRPr>
            </a:pPr>
            <a:r>
              <a:t>Modern mines deploy wireless mesh (Becker, Maestro, Glencore)</a:t>
            </a:r>
          </a:p>
          <a:p>
            <a:pPr>
              <a:spcAft>
                <a:spcPts val="800"/>
              </a:spcAft>
              <a:defRPr sz="1700">
                <a:solidFill>
                  <a:srgbClr val="F8FAFC"/>
                </a:solidFill>
              </a:defRPr>
            </a:pPr>
            <a:r>
              <a:t>MQTT pub/sub is standard for industrial sensors</a:t>
            </a:r>
          </a:p>
          <a:p>
            <a:pPr>
              <a:spcAft>
                <a:spcPts val="800"/>
              </a:spcAft>
              <a:defRPr sz="1700">
                <a:solidFill>
                  <a:srgbClr val="F8FAFC"/>
                </a:solidFill>
              </a:defRPr>
            </a:pPr>
            <a:r>
              <a:t>Reg 854 mandates specific gas-response procedures</a:t>
            </a:r>
          </a:p>
          <a:p>
            <a:pPr>
              <a:spcAft>
                <a:spcPts val="800"/>
              </a:spcAft>
              <a:defRPr sz="1700">
                <a:solidFill>
                  <a:srgbClr val="F8FAFC"/>
                </a:solidFill>
              </a:defRPr>
            </a:pPr>
            <a:r>
              <a:t>Edge computing makes offline intelligence possible today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73736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59E0B"/>
                </a:solidFill>
              </a:defRPr>
            </a:pPr>
            <a:r>
              <a:t>The gap:</a:t>
            </a:r>
            <a:br/>
            <a:br/>
            <a:r>
              <a:t>Mesh moves data.</a:t>
            </a:r>
            <a:br/>
            <a:r>
              <a:t>Sensors measure gas.</a:t>
            </a:r>
            <a:br/>
            <a:br/>
            <a:r>
              <a:t>Nothing turns a rising reading into an immediate, cited, spoken safety action — offline, at the edge, per zone.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73152" cy="502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114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8FAFC"/>
                </a:solidFill>
              </a:defRPr>
            </a:pPr>
            <a:r>
              <a:t>Our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601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One sentence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8FAFC"/>
                </a:solidFill>
              </a:defRPr>
            </a:pPr>
            <a:r>
              <a:t>MineGuard Edge runs offline at every zone, detects dangerous gas trends early, ramps ventilation automatically, and speaks the exact Reg 854 procedure — with citations.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017520"/>
            <a:ext cx="102412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8FAFC"/>
                </a:solidFill>
              </a:defRPr>
            </a:pPr>
            <a:r>
              <a:t>Trend detection — warn BEFORE the threshold, not after</a:t>
            </a:r>
          </a:p>
          <a:p>
            <a:pPr>
              <a:spcAft>
                <a:spcPts val="800"/>
              </a:spcAft>
              <a:defRPr sz="1800">
                <a:solidFill>
                  <a:srgbClr val="F8FAFC"/>
                </a:solidFill>
              </a:defRPr>
            </a:pPr>
            <a:r>
              <a:t>Automated ventilation control — fans ramp to dilute gas (never enrich O₂)</a:t>
            </a:r>
          </a:p>
          <a:p>
            <a:pPr>
              <a:spcAft>
                <a:spcPts val="800"/>
              </a:spcAft>
              <a:defRPr sz="1800">
                <a:solidFill>
                  <a:srgbClr val="F8FAFC"/>
                </a:solidFill>
              </a:defRPr>
            </a:pPr>
            <a:r>
              <a:t>Reg 854-grounded answers — auditable, not a guess</a:t>
            </a:r>
          </a:p>
          <a:p>
            <a:pPr>
              <a:spcAft>
                <a:spcPts val="800"/>
              </a:spcAft>
              <a:defRPr sz="1800">
                <a:solidFill>
                  <a:srgbClr val="F8FAFC"/>
                </a:solidFill>
              </a:defRPr>
            </a:pPr>
            <a:r>
              <a:t>Voice + visual alerts — crew hears the procedure underground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73152" cy="502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114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8FAFC"/>
                </a:solidFill>
              </a:defRPr>
            </a:pPr>
            <a: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601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All local. No external calls.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68580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8FAFC"/>
                </a:solidFill>
                <a:latin typeface="Courier New"/>
              </a:defRPr>
            </a:pPr>
            <a:r>
              <a:t>ZONE SENSORS (×4)          EDGE BACKEND (laptop / edge box)</a:t>
            </a:r>
            <a:br/>
            <a:r>
              <a:t>  methane, CO, temp   →    MQTT broker (Mosquitto)</a:t>
            </a:r>
            <a:br/>
            <a:r>
              <a:t>  airflow, fan speed         ↓</a:t>
            </a:r>
            <a:br/>
            <a:r>
              <a:t>                             Trend detector + fan loop</a:t>
            </a:r>
            <a:br/>
            <a:r>
              <a:t>                             ↓</a:t>
            </a:r>
            <a:br/>
            <a:r>
              <a:t>                             FastAPI  /zones  /alert  /ask</a:t>
            </a:r>
            <a:br/>
            <a:r>
              <a:t>                             ↓</a:t>
            </a:r>
            <a:br/>
            <a:r>
              <a:t>                             Reg 854 docs + template answers</a:t>
            </a:r>
            <a:br/>
            <a:r>
              <a:t>                             ↓</a:t>
            </a:r>
            <a:br/>
            <a:r>
              <a:t>                             Web UI + voice alert (offline)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0" y="1737360"/>
            <a:ext cx="3657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Production: wireless self-healing mesh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Demo: local MQTT on localhost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Fallback: internal timer (no broker needed)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73152" cy="502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114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8FAFC"/>
                </a:solidFill>
              </a:defRPr>
            </a:pPr>
            <a:r>
              <a:t>Key Differentiator: TREND, Not Threshold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601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The crew leaves before it's an emergency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F4444"/>
                </a:solidFill>
              </a:defRPr>
            </a:pPr>
            <a:r>
              <a:t>Traditional systems: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0312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8FAFC"/>
                </a:solidFill>
              </a:defRPr>
            </a:pPr>
            <a:r>
              <a:t>Alarm at 1.5% methane</a:t>
            </a:r>
          </a:p>
          <a:p>
            <a:pPr>
              <a:spcAft>
                <a:spcPts val="800"/>
              </a:spcAft>
              <a:defRPr sz="1600">
                <a:solidFill>
                  <a:srgbClr val="F8FAFC"/>
                </a:solidFill>
              </a:defRPr>
            </a:pPr>
            <a:r>
              <a:t>Reactive — too late for orderly withdrawal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55448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2C55E"/>
                </a:solidFill>
              </a:defRPr>
            </a:pPr>
            <a:r>
              <a:t>MineGuard Edge: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10312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8FAFC"/>
                </a:solidFill>
              </a:defRPr>
            </a:pPr>
            <a:r>
              <a:t>Track last N readings per zone</a:t>
            </a:r>
          </a:p>
          <a:p>
            <a:pPr>
              <a:spcAft>
                <a:spcPts val="800"/>
              </a:spcAft>
              <a:defRPr sz="1600">
                <a:solidFill>
                  <a:srgbClr val="F8FAFC"/>
                </a:solidFill>
              </a:defRPr>
            </a:pPr>
            <a:r>
              <a:t>Flag rising methane at 0.9%+ → YELLOW</a:t>
            </a:r>
          </a:p>
          <a:p>
            <a:pPr>
              <a:spcAft>
                <a:spcPts val="800"/>
              </a:spcAft>
              <a:defRPr sz="1600">
                <a:solidFill>
                  <a:srgbClr val="F8FAFC"/>
                </a:solidFill>
              </a:defRPr>
            </a:pPr>
            <a:r>
              <a:t>Cross 1.5% → RED + cited evacuation procedure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7548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59E0B"/>
                </a:solidFill>
              </a:defRPr>
            </a:pPr>
            <a:r>
              <a:t>Status flow:  GREEN (stable)  →  YELLOW (rising)  →  RED (danger)  →  GREEN (ventilation restored)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73152" cy="502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114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8FAFC"/>
                </a:solidFill>
              </a:defRPr>
            </a:pPr>
            <a:r>
              <a:t>Smart Ventilation 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601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Detect → Act → Recover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10241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8FAFC"/>
                </a:solidFill>
              </a:defRPr>
            </a:pPr>
            <a:r>
              <a:t>Gas inrush detected → fan ramps from 20% idle toward maximum</a:t>
            </a:r>
          </a:p>
          <a:p>
            <a:pPr>
              <a:spcAft>
                <a:spcPts val="800"/>
              </a:spcAft>
              <a:defRPr sz="1800">
                <a:solidFill>
                  <a:srgbClr val="F8FAFC"/>
                </a:solidFill>
              </a:defRPr>
            </a:pPr>
            <a:r>
              <a:t>Increased airflow dilutes and sweeps methane out of the zone</a:t>
            </a:r>
          </a:p>
          <a:p>
            <a:pPr>
              <a:spcAft>
                <a:spcPts val="800"/>
              </a:spcAft>
              <a:defRPr sz="1800">
                <a:solidFill>
                  <a:srgbClr val="F8FAFC"/>
                </a:solidFill>
              </a:defRPr>
            </a:pPr>
            <a:r>
              <a:t>As gas clears, fan eases back — saves power underground</a:t>
            </a:r>
          </a:p>
          <a:p>
            <a:pPr>
              <a:spcAft>
                <a:spcPts val="800"/>
              </a:spcAft>
              <a:defRPr sz="1800">
                <a:solidFill>
                  <a:srgbClr val="F8FAFC"/>
                </a:solidFill>
              </a:defRPr>
            </a:pPr>
            <a:r>
              <a:t>Critical rule: we NEVER enrich oxygen (raises explosion risk)</a:t>
            </a:r>
          </a:p>
          <a:p>
            <a:pPr>
              <a:spcAft>
                <a:spcPts val="800"/>
              </a:spcAft>
              <a:defRPr sz="1800">
                <a:solidFill>
                  <a:srgbClr val="F8FAFC"/>
                </a:solidFill>
              </a:defRPr>
            </a:pPr>
            <a:r>
              <a:t>All-clear voice message when zone returns to green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303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Safety actions at RED: max airflow · cut non-flameproof power · stop ignition work · evacuate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73152" cy="502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114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8FAFC"/>
                </a:solidFill>
              </a:defRPr>
            </a:pPr>
            <a:r>
              <a:t>Grounded in Regulation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601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O. Reg 854 — Mines and Mining Plants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102412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8FAFC"/>
                </a:solidFill>
              </a:defRPr>
            </a:pPr>
            <a:r>
              <a:t>5 local Reg 854 text sections indexed offline</a:t>
            </a:r>
          </a:p>
          <a:p>
            <a:pPr>
              <a:spcAft>
                <a:spcPts val="800"/>
              </a:spcAft>
              <a:defRPr sz="1800">
                <a:solidFill>
                  <a:srgbClr val="F8FAFC"/>
                </a:solidFill>
              </a:defRPr>
            </a:pPr>
            <a:r>
              <a:t>Keyword retrieval — no cloud LLM required</a:t>
            </a:r>
          </a:p>
          <a:p>
            <a:pPr>
              <a:spcAft>
                <a:spcPts val="800"/>
              </a:spcAft>
              <a:defRPr sz="1800">
                <a:solidFill>
                  <a:srgbClr val="F8FAFC"/>
                </a:solidFill>
              </a:defRPr>
            </a:pPr>
            <a:r>
              <a:t>Every alert includes source citation (section + text)</a:t>
            </a:r>
          </a:p>
          <a:p>
            <a:pPr>
              <a:spcAft>
                <a:spcPts val="800"/>
              </a:spcAft>
              <a:defRPr sz="1800">
                <a:solidFill>
                  <a:srgbClr val="F8FAFC"/>
                </a:solidFill>
              </a:defRPr>
            </a:pPr>
            <a:r>
              <a:t>POST /ask — free-text safety questions answered from local docs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5720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59E0B"/>
                </a:solidFill>
              </a:defRPr>
            </a:pPr>
            <a:r>
              <a:t>Example: "Withdraw all persons from the affected area to a place of safety. Do not re-enter until gas levels are confirmed safe by a qualified person."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73152" cy="502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114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8FAFC"/>
                </a:solidFill>
              </a:defRPr>
            </a:pPr>
            <a: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601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Every component runs offline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</a:defRPr>
            </a:pPr>
            <a:r>
              <a:t>Transport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164592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8FAFC"/>
                </a:solidFill>
              </a:defRPr>
            </a:pPr>
            <a:r>
              <a:t>Mosquitto MQTT (mesh stand-in)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488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</a:defRPr>
            </a:pPr>
            <a:r>
              <a:t>Backend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214884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8FAFC"/>
                </a:solidFill>
              </a:defRPr>
            </a:pPr>
            <a:r>
              <a:t>Python · FastAPI · paho-mqtt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6517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</a:defRPr>
            </a:pPr>
            <a:r>
              <a:t>Intelligence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265176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8FAFC"/>
                </a:solidFill>
              </a:defRPr>
            </a:pPr>
            <a:r>
              <a:t>Trend detector · template answers · optional Ollama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1546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</a:defRPr>
            </a:pPr>
            <a:r>
              <a:t>Regulatory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315468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8FAFC"/>
                </a:solidFill>
              </a:defRPr>
            </a:pPr>
            <a:r>
              <a:t>Local Reg 854 .txt retrieval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6576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</a:defRPr>
            </a:pPr>
            <a:r>
              <a:t>Frontend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365760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8FAFC"/>
                </a:solidFill>
              </a:defRPr>
            </a:pPr>
            <a:r>
              <a:t>Lovable → exported React (local dev server)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1605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</a:defRPr>
            </a:pPr>
            <a:r>
              <a:t>Voice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416052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8FAFC"/>
                </a:solidFill>
              </a:defRPr>
            </a:pPr>
            <a:r>
              <a:t>Browser Web Speech API (offline TTS)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73152" cy="502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114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8FAFC"/>
                </a:solidFill>
              </a:defRPr>
            </a:pPr>
            <a:r>
              <a:t>Live Demo — 60 Second Arc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601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Show, don't tell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</a:defRPr>
            </a:pPr>
            <a:r>
              <a:t>0:00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160020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8FAFC"/>
                </a:solidFill>
              </a:defRPr>
            </a:pPr>
            <a:r>
              <a:t>Zone map all GREEN — normal shift underground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031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</a:defRPr>
            </a:pPr>
            <a:r>
              <a:t>0:15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210312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8FAFC"/>
                </a:solidFill>
              </a:defRPr>
            </a:pPr>
            <a:r>
              <a:t>Zone 3 methane starts CLIMBING → YELLOW + rising arrow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606039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</a:defRPr>
            </a:pPr>
            <a:r>
              <a:t>0:30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2606039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8FAFC"/>
                </a:solidFill>
              </a:defRPr>
            </a:pPr>
            <a:r>
              <a:t>Fan ramps · ventilation mitigation active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108959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</a:defRPr>
            </a:pPr>
            <a:r>
              <a:t>0:40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3108959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8FAFC"/>
                </a:solidFill>
              </a:defRPr>
            </a:pPr>
            <a:r>
              <a:t>Crosses 1.5% → RED · banner fires · voice speaks Reg 854 procedure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611879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</a:defRPr>
            </a:pPr>
            <a:r>
              <a:t>0:50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3611879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8FAFC"/>
                </a:solidFill>
              </a:defRPr>
            </a:pPr>
            <a:r>
              <a:t>Turn WIFI OFF · demo again · still works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114799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</a:defRPr>
            </a:pPr>
            <a:r>
              <a:t>1:00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0" y="4114799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8FAFC"/>
                </a:solidFill>
              </a:defRPr>
            </a:pPr>
            <a:r>
              <a:t>Zone clears → all-clear voice: "Zone 3 stabilized"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486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Backup: pre-recorded demo video if live fails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73152" cy="502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114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8FAFC"/>
                </a:solidFill>
              </a:defRPr>
            </a:pPr>
            <a:r>
              <a:t>What We Built vs. Production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601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Honest scope — judges respect this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2C55E"/>
                </a:solidFill>
              </a:defRPr>
            </a:pPr>
            <a:r>
              <a:t>TODAY (3-hour build)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01168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F8FAFC"/>
                </a:solidFill>
              </a:defRPr>
            </a:pPr>
            <a:r>
              <a:t>Simulated zones on one laptop</a:t>
            </a:r>
          </a:p>
          <a:p>
            <a:pPr>
              <a:spcAft>
                <a:spcPts val="800"/>
              </a:spcAft>
              <a:defRPr sz="1500">
                <a:solidFill>
                  <a:srgbClr val="F8FAFC"/>
                </a:solidFill>
              </a:defRPr>
            </a:pPr>
            <a:r>
              <a:t>Local MQTT or internal timer</a:t>
            </a:r>
          </a:p>
          <a:p>
            <a:pPr>
              <a:spcAft>
                <a:spcPts val="800"/>
              </a:spcAft>
              <a:defRPr sz="1500">
                <a:solidFill>
                  <a:srgbClr val="F8FAFC"/>
                </a:solidFill>
              </a:defRPr>
            </a:pPr>
            <a:r>
              <a:t>Full API + trend + ventilation loop</a:t>
            </a:r>
          </a:p>
          <a:p>
            <a:pPr>
              <a:spcAft>
                <a:spcPts val="800"/>
              </a:spcAft>
              <a:defRPr sz="1500">
                <a:solidFill>
                  <a:srgbClr val="F8FAFC"/>
                </a:solidFill>
              </a:defRPr>
            </a:pPr>
            <a:r>
              <a:t>Offline demo with wifi disabled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5544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9E0B"/>
                </a:solidFill>
              </a:defRPr>
            </a:pPr>
            <a:r>
              <a:t>PRODUCTION (the pitch)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01168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F8FAFC"/>
                </a:solidFill>
              </a:defRPr>
            </a:pPr>
            <a:r>
              <a:t>Real sensor node per zone</a:t>
            </a:r>
          </a:p>
          <a:p>
            <a:pPr>
              <a:spcAft>
                <a:spcPts val="800"/>
              </a:spcAft>
              <a:defRPr sz="1500">
                <a:solidFill>
                  <a:srgbClr val="F8FAFC"/>
                </a:solidFill>
              </a:defRPr>
            </a:pPr>
            <a:r>
              <a:t>Wireless self-healing mesh transport</a:t>
            </a:r>
          </a:p>
          <a:p>
            <a:pPr>
              <a:spcAft>
                <a:spcPts val="800"/>
              </a:spcAft>
              <a:defRPr sz="1500">
                <a:solidFill>
                  <a:srgbClr val="F8FAFC"/>
                </a:solidFill>
              </a:defRPr>
            </a:pPr>
            <a:r>
              <a:t>Edge box underground, sync at surface</a:t>
            </a:r>
          </a:p>
          <a:p>
            <a:pPr>
              <a:spcAft>
                <a:spcPts val="800"/>
              </a:spcAft>
              <a:defRPr sz="1500">
                <a:solidFill>
                  <a:srgbClr val="F8FAFC"/>
                </a:solidFill>
              </a:defRPr>
            </a:pPr>
            <a:r>
              <a:t>On-device TTS in cap lamp / tablet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73152" cy="502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114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8FAFC"/>
                </a:solidFill>
              </a:defRPr>
            </a:pPr>
            <a:r>
              <a:t>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601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Why mining judges should care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10241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8FAFC"/>
                </a:solidFill>
              </a:defRPr>
            </a:pPr>
            <a:r>
              <a:t>Early warning → orderly withdrawal, not emergency evacuation</a:t>
            </a:r>
          </a:p>
          <a:p>
            <a:pPr>
              <a:spcAft>
                <a:spcPts val="800"/>
              </a:spcAft>
              <a:defRPr sz="1800">
                <a:solidFill>
                  <a:srgbClr val="F8FAFC"/>
                </a:solidFill>
              </a:defRPr>
            </a:pPr>
            <a:r>
              <a:t>Offline-first → works when comms are damaged during roof falls</a:t>
            </a:r>
          </a:p>
          <a:p>
            <a:pPr>
              <a:spcAft>
                <a:spcPts val="800"/>
              </a:spcAft>
              <a:defRPr sz="1800">
                <a:solidFill>
                  <a:srgbClr val="F8FAFC"/>
                </a:solidFill>
              </a:defRPr>
            </a:pPr>
            <a:r>
              <a:t>No central server → no single point of failure underground</a:t>
            </a:r>
          </a:p>
          <a:p>
            <a:pPr>
              <a:spcAft>
                <a:spcPts val="800"/>
              </a:spcAft>
              <a:defRPr sz="1800">
                <a:solidFill>
                  <a:srgbClr val="F8FAFC"/>
                </a:solidFill>
              </a:defRPr>
            </a:pPr>
            <a:r>
              <a:t>Cited procedures → auditable safety decisions for inspectors</a:t>
            </a:r>
          </a:p>
          <a:p>
            <a:pPr>
              <a:spcAft>
                <a:spcPts val="800"/>
              </a:spcAft>
              <a:defRPr sz="1800">
                <a:solidFill>
                  <a:srgbClr val="F8FAFC"/>
                </a:solidFill>
              </a:defRPr>
            </a:pPr>
            <a:r>
              <a:t>Same architecture major operators already deploy (mesh + MQTT + edge)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73152" cy="502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114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8FAFC"/>
                </a:solidFill>
              </a:defRPr>
            </a:pPr>
            <a:r>
              <a:t>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601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Three roles, one vertical slice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9E0B"/>
                </a:solidFill>
              </a:defRPr>
            </a:pPr>
            <a:r>
              <a:t>Backend / Edge (B)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40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8FAFC"/>
                </a:solidFill>
              </a:defRPr>
            </a:pPr>
            <a:r>
              <a:t>MQTT · simulators · trend · FastAPI · Reg 854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8346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9E0B"/>
                </a:solidFill>
              </a:defRPr>
            </a:pPr>
            <a:r>
              <a:t>Frontend (F)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2461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8FAFC"/>
                </a:solidFill>
              </a:defRPr>
            </a:pPr>
            <a:r>
              <a:t>Zone map · alerts · Lovable UI · local export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8404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9E0B"/>
                </a:solidFill>
              </a:defRPr>
            </a:pPr>
            <a:r>
              <a:t>Voice + Pitch (V)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2519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8FAFC"/>
                </a:solidFill>
              </a:defRPr>
            </a:pPr>
            <a:r>
              <a:t>Web Speech API · demo script · this deck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0116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8FAFC"/>
                </a:solidFill>
              </a:defRPr>
            </a:pPr>
            <a:r>
              <a:t>MineGuard Edge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0175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59E0B"/>
                </a:solidFill>
              </a:defRPr>
            </a:pPr>
            <a:r>
              <a:t>Get crews out before it's an emergency — offline, cited, and spoken.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3891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8FAFC"/>
                </a:solidFill>
              </a:defRPr>
            </a:pPr>
            <a:r>
              <a:t>Questions?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3035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</a:defRPr>
            </a:pPr>
            <a:r>
              <a:t>github.com/RavalDH/Cursor_Hack  ·  localhost:8000/docs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